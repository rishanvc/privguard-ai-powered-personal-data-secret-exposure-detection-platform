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</p:presentation>
</file>

<file path=ppt/_rels/presentation.xml.rels><?xml version="1.0" encoding="UTF-8" standalone="yes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/Relationship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Call Ana Example on +44 20 7946 0001 before the meeting.</a:t>
            </a:r>
          </a:p>
        </p:txBody>
      </p:sp>
    </p:spTree>
  </p:cSld>
</p:notes>
</file>

<file path=ppt/slides/_rels/slide2.xml.rels><?xml version="1.0" encoding="UTF-8" standalone="yes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Quarterly review</a:t>
            </a:r>
          </a:p>
          <a:p>
            <a:r>
              <a:t>Revenue up 4%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Customer escalations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creator>Synthetic Author</dc:creator>
</cp:coreProperties>
</file>